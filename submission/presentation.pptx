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код и проверки проекта, docs/submission/VERIFICATION.md, docs/submission/PRODUCT.md. Требования: предоставленные слайды организаторов и https://gitverse.ru/stasnorman/example-data-api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BF9EE4-5EBB-4524-97F7-3E7A9599700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2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Точка опоры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EBD47D4-133E-454D-BDB3-2CE7B9AED066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Техническая информация для проверки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D8F914-017F-4119-BBAB-30525B4B89C3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MAX: max.ru/t143_hakaton_max_bot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3FD592-DDEB-4EEF-911E-582087FB08B0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API: https://135-106-229-210.sslip.io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C35445-D011-46A6-841D-729AEC25F570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Контракт: DATA-API.yaml и OpenAPI 3.1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A2AF50-98A9-4E78-9DBB-399CC0C7D129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Запуск: submission/compose.yaml, Python 3.12, PostgreSQL 16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A85948-2682-4398-8094-659904134A93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Сценарий: публикация 9 от 28.09.2026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0A5DF93-3115-4FDD-B024-45567CA7D2D0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Доступ: MAX-сессия, инструкция в docs/submission/ACCESS.md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C395E7-51DC-4F87-A3D1-40351CAAFD9D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Команда, ID и контакт пока не указаны. Внешний HTTPS требует проверки из сети жюри.</a:t>
            </a:r>
          </a:p>
        </p:txBody>
      </p:sp>
    </p:spTree>
    <p:extLst>
      <p:ext uri="{BB962C8B-B14F-4D97-AF65-F5344CB8AC3E}">
        <p14:creationId xmlns:p14="http://schemas.microsoft.com/office/powerpoint/2010/main" val="214171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80A4AB-4F85-4735-B89D-EFB1D970F3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Поддержка самостоятельной жизни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EF0BDE3-165E-43B6-870C-A2AE295C80F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Вход «Поехали» для детей и взрослых выпускников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F2300B-2B71-4858-842C-18B3B12780BC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Понятный порядок действий по документам, учёбе, жилью и выплатам.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A62582-6989-417D-B8E6-5A9C2C2FFDBD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Поиск вакансий и аренды с уточнением условий.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CA18985-600F-4FC8-B38D-91C263A1FB91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Места, где можно получить еду, одежду, ночлег и помощь с гигиеной.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9E8C2F-E1F4-47A1-AE5E-27157690FE5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Полезный ответ можно сохранить и открыть позднее.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8BDBAE-9882-4CAD-B1E7-499ABAE6F6BD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Индивидуальное право на выплату и фактическую доступность услуги уточняют у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459293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B270C3-994F-4D2E-90C6-1561056CE23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Карточка остаётся под рукой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D0D6CB-4A4F-4F22-93F3-F07115C0643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Поиск и сохранение в одном мини-приложении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C83A5A-A627-440E-8252-72BDD8213A95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5334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Цена или зарплата и ссылка на источник видны сразу.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C318C5-D02E-46A6-84AD-AF080795D5DF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5334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Условия раскрываются отдельно.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DCC9FB-6448-49DE-B8E6-3B453FCDC1DC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5334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В «Моём» есть дата сохранения и напоминание уточнить актуальность.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rcRect l="25800" r="25800"/>
          <a:stretch/>
        </p:blipFill>
        <p:spPr>
          <a:xfrm>
            <a:off x="6667500" y="1857375"/>
            <a:ext cx="4286250" cy="414337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3F9DECF-969D-4915-B836-0ABDAF57AABF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Снимок локального экземпляра с чистой базой. Сохранение проверено после нового сеанса.</a:t>
            </a:r>
          </a:p>
        </p:txBody>
      </p:sp>
    </p:spTree>
    <p:extLst>
      <p:ext uri="{BB962C8B-B14F-4D97-AF65-F5344CB8AC3E}">
        <p14:creationId xmlns:p14="http://schemas.microsoft.com/office/powerpoint/2010/main" val="90898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CD54BBF-5A64-42EA-BE02-3BA9B776A22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Один движок для двух интерфейсов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B780BF-13A6-4944-9194-68180AED7B8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MAX-бот и приложение используют одинаковые сценарии и фильтры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3559A33-8550-4944-BD2A-E03056ADC7D9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FlowDialogue ведёт диалог. MiniDialogue адаптирует его к приложению.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B92AD1-8127-4C45-A754-59F25E37FF2A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LLM читает условия из текста. Проверки и источники отделены от LLM.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20AB9E3-50EC-476A-85FD-1AE8017CE855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lang="ru-RU" sz="2100" b="0" smtClean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Работа России и HH дают вакансии, ReefAPI — объявления об аренде.</a:t>
            </a:r>
            <a:endParaRPr sz="2100" b="0">
              <a:solidFill>
                <a:srgbClr val="1724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A4C198F-A73A-4716-8EC7-4F042F8AD012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PostgreSQL хранит сценарий, сеансы, сохранения и напоминания.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125DBD-C3DE-46AA-811E-D9A471F819C3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Сеанс с TTL 1 час работает между экземплярами и после рестарта.</a:t>
            </a:r>
          </a:p>
        </p:txBody>
      </p:sp>
    </p:spTree>
    <p:extLst>
      <p:ext uri="{BB962C8B-B14F-4D97-AF65-F5344CB8AC3E}">
        <p14:creationId xmlns:p14="http://schemas.microsoft.com/office/powerpoint/2010/main" val="177883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9CD156-FCAE-4309-9557-D189C5E58AA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Проверяемые данные и ограничения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EB3843-04F6-41E8-9930-E34F0256CE0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364 точки помощи и 117 справочных ответов для сохранения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5FB2FA-AB43-445D-A95A-B651E5329D1E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У карточек помощи описаны аудитория и условия обращения.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2F8529-954A-4806-AB33-DFCF58198361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Снятый ответ не показывает прежний текст в «Моём».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497CC9-9609-4130-A4E8-96D7C22D1AE3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При сбое поиска пользователь получает объяснение и возможность повторить.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A53EB1E-09FA-4FA1-A438-166CFF0E9569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До 8 обработок одновременно, очередь до 5 секунд.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3D21A1-22BC-4BD8-8485-412548C38FA8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Количество карточек не означает доступность каждой услуги для любого выпускника.</a:t>
            </a:r>
          </a:p>
        </p:txBody>
      </p:sp>
    </p:spTree>
    <p:extLst>
      <p:ext uri="{BB962C8B-B14F-4D97-AF65-F5344CB8AC3E}">
        <p14:creationId xmlns:p14="http://schemas.microsoft.com/office/powerpoint/2010/main" val="23131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341B5E9-EE75-4CB1-A5A8-E05AA862BB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Расширенное использование MAX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DE0A8A-C188-4636-BC91-95C00585B4F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Основания для заявки на платформенный бонус +0,15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99AFB9E-C5F3-4253-B10B-E9B51DDF3F9D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Native open_app ведёт из чата в нужный раздел приложения.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1C956C-EED3-4A0F-9458-615A0CFB5111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Параметры запуска открывают или сохраняют конкретный ответ.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94D948-DC6A-4AA6-8FAB-24B3B03FAD58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MAX Bridge поддерживает возврат и открывает отправку ссылки.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20859AC-0C4C-423F-A485-23F95BE92254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Подписанный MAX ID связывает пользователя с его сохранениями.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C9DED1-CBE2-4889-B2C4-7CE9801151B1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Работу приложения на телефоне подтвердил владелец. Бонус определяет жюри.</a:t>
            </a:r>
          </a:p>
        </p:txBody>
      </p:sp>
    </p:spTree>
    <p:extLst>
      <p:ext uri="{BB962C8B-B14F-4D97-AF65-F5344CB8AC3E}">
        <p14:creationId xmlns:p14="http://schemas.microsoft.com/office/powerpoint/2010/main" val="88748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B615C21-F53C-4847-BF96-4087EE2D44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Результаты технической проверки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DDE452E-992B-4908-8046-8FBBCBDE8554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Проверки от 28.09.2026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2CE32B-670A-4A70-BFFC-BA9DC49775FE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DATA-API проходит эталонный валидатор. OpenAPI проходит отдельную проверку.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1EECD2-280A-4D56-BE63-CD799F643EDD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Работа, аренда, помощь и удаление проверены на VPS без сообщений MAX.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8319DF-7F3E-4117-B6D9-27FE0C6ED8F0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lang="ru-RU" sz="2100" b="0" smtClean="0">
                <a:solidFill>
                  <a:srgbClr val="172435"/>
                </a:solidFill>
                <a:latin typeface="Arial"/>
                <a:ea typeface="Arial"/>
                <a:cs typeface="Arial"/>
              </a:rPr>
              <a:t>688 Python-тестов прошли, 2 пропущены. Replay публикации 9 прошёл.</a:t>
            </a:r>
            <a:endParaRPr sz="2100" b="0">
              <a:solidFill>
                <a:srgbClr val="1724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D9F9730-2D85-4D41-918A-4716434058FF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14 JavaScript-тестов прошли. Чистая база и сохранение проверены.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6E4E7E6-2235-4D01-A68D-549D2B1DBBF3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lang="ru-RU" sz="1500" b="0" smtClean="0">
                <a:solidFill>
                  <a:srgbClr val="56657A"/>
                </a:solidFill>
                <a:latin typeface="Arial"/>
                <a:ea typeface="Arial"/>
                <a:cs typeface="Arial"/>
              </a:rPr>
              <a:t>40 минут нагрузки: 11 040 запросов. Работу на телефоне подтвердил владелец. Это не SLA.</a:t>
            </a:r>
            <a:endParaRPr sz="1500" b="0">
              <a:solidFill>
                <a:srgbClr val="5665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64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507188-7E9C-4D4B-BD0F-C9C78F54A9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007A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7AFF"/>
                </a:solidFill>
                <a:latin typeface="Arial"/>
                <a:ea typeface="Arial"/>
                <a:cs typeface="Arial"/>
              </a:rPr>
              <a:t>Следующий этап: пилот с аудиторией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4D9C4B-70F2-44F9-B388-364C6BDFA5A5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Потенциал расширения зависит от качества данных и обратной связи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E92B3D3-36D8-4370-9FE1-A303C1BA22BE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Проверить, понимает ли выпускник вход и завершает ли свою задачу.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B53921-616D-4D3C-B1E3-6EBA8F453B3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Измерить время до полезной информации и переход к следующему действию.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22D38F-907D-48B6-9AD2-5D7791A6246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Назначить ответственных за обновление справочника в регионах пилота.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3285E1-2B3E-4B4D-A7E6-1A1759BD30A8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724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5"/>
                </a:solidFill>
                <a:latin typeface="Arial"/>
                <a:ea typeface="Arial"/>
                <a:cs typeface="Arial"/>
              </a:rPr>
              <a:t>Передать жюри доступ и назначить срок удаления резервных копий.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760FBE-4CBF-4D02-8826-DE4D543AB39F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Социальный эффект и пользовательская удовлетворённость пока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19821077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DocSecurity>0</DocSecurity>
  <PresentationFormat>Широкоэкранный</PresentationFormat>
  <Paragraphs>65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</cp:lastModifiedBy>
  <cp:revision>2</cp:revision>
  <dcterms:created xsi:type="dcterms:W3CDTF">2026-09-27T22:48:52Z</dcterms:created>
  <dcterms:modified xsi:type="dcterms:W3CDTF">2026-09-28T08:01:46Z</dcterms:modified>
</cp:coreProperties>
</file>